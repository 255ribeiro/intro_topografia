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C040DF-62DD-E0AD-4816-09A588098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35A9ED-B919-3605-02CB-EF720AC55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38748E-5301-7FEE-B2AF-DC490BAC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92D75-9A1A-4687-B2B5-F09E47499925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810DF0-78DE-6275-4B90-CD052573B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EC6AFF-5DB0-7AE5-1D25-D56E2B3F4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3BA8-4ACB-4631-AC79-B99FBB55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2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4C98C-FF79-D7BF-54DF-21DD2EC7D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3C2755-0783-9EEC-92D9-360394D8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398491-27B9-66FF-DB35-FA34F218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92D75-9A1A-4687-B2B5-F09E47499925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86878E-1EF1-D5D6-D59B-47C9633C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10E945-6F9C-24A3-B357-33E26F124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3BA8-4ACB-4631-AC79-B99FBB55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8084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21D42-3429-A17C-CE15-9EA7B3FA3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74B8C8-608F-0360-3053-21E27801E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7CFB13-209A-4461-BF38-2E8E348EA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92D75-9A1A-4687-B2B5-F09E47499925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A9168D-CE50-1371-88F5-9F56CC76B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52D616-EA81-2347-1F49-7FA562271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3BA8-4ACB-4631-AC79-B99FBB55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47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C2D2B-37F1-C585-4CEC-836F2648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CC34F8-989F-493B-5B43-3C174BBA2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247D8D-8F4D-A101-9713-92CF79EE5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D5E85D-B207-1BDD-4825-A15E77C5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92D75-9A1A-4687-B2B5-F09E47499925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F33197-8EC8-E07E-B38F-69E17A983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F5C3AA-FB36-7291-A8C4-664D7F946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3BA8-4ACB-4631-AC79-B99FBB55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66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A8C2D-9913-C327-902F-8CE6AE627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D8FFFC-1276-2988-CDB3-A9E798697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6F0A94-6C6D-17A7-D44C-09353F0B9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0FA161E-47DA-229B-CB08-7B554D6E6F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54B6CB3-48F9-4BE4-FCDE-6D7773BF2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2AC47B5-1BF2-9D92-3C4C-BCE4489FF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92D75-9A1A-4687-B2B5-F09E47499925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0EB5D3-225E-8D25-66D7-598BA3296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90EB6A6-478B-6519-BFCC-3D9A3476E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3BA8-4ACB-4631-AC79-B99FBB55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41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5777D2-2934-97F4-7358-26DEAFCD8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BDF7879-5B53-FC34-8F7C-E4C0C3A6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92D75-9A1A-4687-B2B5-F09E47499925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ED50531-A17F-EC95-5AB3-4DE12CE40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DA6C210-F7E3-2183-4C75-3E1F021D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3BA8-4ACB-4631-AC79-B99FBB55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531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FF58EA-A191-8054-6366-D130C229C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92D75-9A1A-4687-B2B5-F09E47499925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80FFF8E-6565-F919-9A61-BCEF706B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763EF2-AAF9-3E47-63D7-4CF573A58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3BA8-4ACB-4631-AC79-B99FBB55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658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8573E-1702-738C-351A-8B4174B7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A0611C-150B-BB6B-6589-DE5EB4CCB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10F97D-37CB-AB9E-5698-DEB600594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DC1808-143D-3242-BE3B-ADCAC5B2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92D75-9A1A-4687-B2B5-F09E47499925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182148-1129-1077-4813-7ADE5AC64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78A0B7-C84E-5F1E-3CA7-C38A1B1E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3BA8-4ACB-4631-AC79-B99FBB55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518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53F89-9D32-9E38-5293-6B04AF123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80FE719-3297-AA28-A851-9BAD29915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59F635-FADA-A063-9CC5-99B10745F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99AFF9-7101-712E-2A79-B81FDFC11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92D75-9A1A-4687-B2B5-F09E47499925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E62BA1-8F12-B454-4155-DAD4E58B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4D8A2D-FEE1-5F0D-CFDA-3226A5386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3BA8-4ACB-4631-AC79-B99FBB55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61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DDF25-AD77-FABB-A191-16FBF157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0BF0B01-78FA-DD21-DB41-DA94E6A3A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508BBD-FDCB-F625-1C9C-3D9F055B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92D75-9A1A-4687-B2B5-F09E47499925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DEE633-D7FA-9198-AE1C-A17D65451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C86FBC-9A37-91FA-44F4-0436C125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3BA8-4ACB-4631-AC79-B99FBB55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6232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6B8D84-41AD-40A7-15E5-7F9050DC6A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946FCC-DC6F-2E0B-3023-2C29EA552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099A2B-8FE5-5226-51E6-A33BC433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92D75-9A1A-4687-B2B5-F09E47499925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797B3F-371E-EA4E-B0B4-5904E642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FA33A3-6DFD-920A-8EB5-BC016028F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43BA8-4ACB-4631-AC79-B99FBB55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86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5A7003C-4A4D-9B14-8384-D1A157979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13EB22-9C88-7E3E-93BD-06B753116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CA5663-AA8C-721F-C6AA-3A191C5BE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92D75-9A1A-4687-B2B5-F09E47499925}" type="datetimeFigureOut">
              <a:rPr lang="pt-BR" smtClean="0"/>
              <a:t>26/06/2022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D27AB3-14C5-5E5C-7BE9-91E84114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09CE14-5B4B-4E39-00C2-340F44755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43BA8-4ACB-4631-AC79-B99FBB55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2137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F0DE41-A4E0-4636-5192-E50471E88E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38F17B-9F12-9198-377F-6D8A7F07CA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AB74538-3B54-79D9-65EE-3782A269D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2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C839EF6-37D1-747C-95D9-9A9B350FC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838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BA177FE-8383-8E7B-A74B-FB486A5BA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40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4C701A4-A81D-EAE1-E290-7143994C8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35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40E1D4C-C3C4-6D4F-C653-D2BE2A95E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429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Maurício Felzemburgh</dc:creator>
  <cp:lastModifiedBy>Maurício Felzemburgh</cp:lastModifiedBy>
  <cp:revision>1</cp:revision>
  <dcterms:created xsi:type="dcterms:W3CDTF">2022-06-27T01:00:36Z</dcterms:created>
  <dcterms:modified xsi:type="dcterms:W3CDTF">2022-06-27T01:50:27Z</dcterms:modified>
</cp:coreProperties>
</file>